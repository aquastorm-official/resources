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937" autoAdjust="0"/>
  </p:normalViewPr>
  <p:slideViewPr>
    <p:cSldViewPr snapToGrid="0">
      <p:cViewPr varScale="1">
        <p:scale>
          <a:sx n="80" d="100"/>
          <a:sy n="80" d="100"/>
        </p:scale>
        <p:origin x="17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8DADE-E50A-4784-8652-7F173B2667EB}" type="datetimeFigureOut">
              <a:rPr lang="en-NL" smtClean="0"/>
              <a:t>23/02/2022</a:t>
            </a:fld>
            <a:endParaRPr lang="en-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9BB99-6ACD-421C-8BF2-AABC75408E80}" type="slidenum">
              <a:rPr lang="en-NL" smtClean="0"/>
              <a:t>‹nr.›</a:t>
            </a:fld>
            <a:endParaRPr lang="en-NL"/>
          </a:p>
        </p:txBody>
      </p:sp>
    </p:spTree>
    <p:extLst>
      <p:ext uri="{BB962C8B-B14F-4D97-AF65-F5344CB8AC3E}">
        <p14:creationId xmlns:p14="http://schemas.microsoft.com/office/powerpoint/2010/main" val="2305585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effectLst/>
                <a:latin typeface="Calibri" panose="020F0502020204030204" pitchFamily="34" charset="0"/>
                <a:ea typeface="Calibri" panose="020F0502020204030204" pitchFamily="34" charset="0"/>
                <a:cs typeface="Times New Roman" panose="02020603050405020304" pitchFamily="18" charset="0"/>
              </a:rPr>
              <a:t>Het systeem bestaat vanuit het geheel uitgezoomde perspectief uit 3 componenten.</a:t>
            </a: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L" dirty="0"/>
          </a:p>
        </p:txBody>
      </p:sp>
      <p:sp>
        <p:nvSpPr>
          <p:cNvPr id="4" name="Tijdelijke aanduiding voor dianummer 3"/>
          <p:cNvSpPr>
            <a:spLocks noGrp="1"/>
          </p:cNvSpPr>
          <p:nvPr>
            <p:ph type="sldNum" sz="quarter" idx="5"/>
          </p:nvPr>
        </p:nvSpPr>
        <p:spPr/>
        <p:txBody>
          <a:bodyPr/>
          <a:lstStyle/>
          <a:p>
            <a:fld id="{50D9BB99-6ACD-421C-8BF2-AABC75408E80}" type="slidenum">
              <a:rPr lang="en-NL" smtClean="0"/>
              <a:t>2</a:t>
            </a:fld>
            <a:endParaRPr lang="en-NL"/>
          </a:p>
        </p:txBody>
      </p:sp>
    </p:spTree>
    <p:extLst>
      <p:ext uri="{BB962C8B-B14F-4D97-AF65-F5344CB8AC3E}">
        <p14:creationId xmlns:p14="http://schemas.microsoft.com/office/powerpoint/2010/main" val="4025238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effectLst/>
                <a:latin typeface="Calibri" panose="020F0502020204030204" pitchFamily="34" charset="0"/>
                <a:ea typeface="Calibri" panose="020F0502020204030204" pitchFamily="34" charset="0"/>
                <a:cs typeface="Times New Roman" panose="02020603050405020304" pitchFamily="18" charset="0"/>
              </a:rPr>
              <a:t>Als we het hebben over hardwarecomponenten die een slimme module moet kunnen aansturen, dan kunnen we dit in (mijn situatie) opdelen in 2 categorieën; Actuatoren en sensoren. </a:t>
            </a: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L" dirty="0"/>
          </a:p>
        </p:txBody>
      </p:sp>
      <p:sp>
        <p:nvSpPr>
          <p:cNvPr id="4" name="Tijdelijke aanduiding voor dianummer 3"/>
          <p:cNvSpPr>
            <a:spLocks noGrp="1"/>
          </p:cNvSpPr>
          <p:nvPr>
            <p:ph type="sldNum" sz="quarter" idx="5"/>
          </p:nvPr>
        </p:nvSpPr>
        <p:spPr/>
        <p:txBody>
          <a:bodyPr/>
          <a:lstStyle/>
          <a:p>
            <a:fld id="{50D9BB99-6ACD-421C-8BF2-AABC75408E80}" type="slidenum">
              <a:rPr lang="en-NL" smtClean="0"/>
              <a:t>3</a:t>
            </a:fld>
            <a:endParaRPr lang="en-NL"/>
          </a:p>
        </p:txBody>
      </p:sp>
    </p:spTree>
    <p:extLst>
      <p:ext uri="{BB962C8B-B14F-4D97-AF65-F5344CB8AC3E}">
        <p14:creationId xmlns:p14="http://schemas.microsoft.com/office/powerpoint/2010/main" val="3866798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effectLst/>
                <a:latin typeface="Calibri" panose="020F0502020204030204" pitchFamily="34" charset="0"/>
                <a:ea typeface="Calibri" panose="020F0502020204030204" pitchFamily="34" charset="0"/>
                <a:cs typeface="Times New Roman" panose="02020603050405020304" pitchFamily="18" charset="0"/>
              </a:rPr>
              <a:t>Een slimme module is opgebouwd uit twee componenten. Zoals bij “Hardwarecomponenten” is besproken is er een aansturings-module die direct communiceert met de hardware.</a:t>
            </a:r>
            <a:br>
              <a:rPr lang="nl-NL" sz="1800" dirty="0">
                <a:effectLst/>
                <a:latin typeface="Calibri" panose="020F0502020204030204" pitchFamily="34" charset="0"/>
                <a:ea typeface="Calibri" panose="020F0502020204030204" pitchFamily="34" charset="0"/>
                <a:cs typeface="Times New Roman" panose="02020603050405020304" pitchFamily="18" charset="0"/>
              </a:rPr>
            </a:br>
            <a:br>
              <a:rPr lang="nl-NL" sz="1800" dirty="0">
                <a:effectLst/>
                <a:latin typeface="Calibri" panose="020F0502020204030204" pitchFamily="34" charset="0"/>
                <a:ea typeface="Calibri" panose="020F0502020204030204" pitchFamily="34" charset="0"/>
                <a:cs typeface="Times New Roman" panose="02020603050405020304" pitchFamily="18" charset="0"/>
              </a:rPr>
            </a:br>
            <a:r>
              <a:rPr lang="nl-NL" sz="1800" dirty="0">
                <a:effectLst/>
                <a:latin typeface="Calibri" panose="020F0502020204030204" pitchFamily="34" charset="0"/>
                <a:ea typeface="Calibri" panose="020F0502020204030204" pitchFamily="34" charset="0"/>
                <a:cs typeface="Times New Roman" panose="02020603050405020304" pitchFamily="18" charset="0"/>
              </a:rPr>
              <a:t>Alleen de aansturing is niet genoeg er moet nog iets bij om data over het interne netwerk te laten gaan. Dit is de Ethernet-module deze module bied een interface tussen de aansturings-module en het interne netwerk van de boot. Dit is een aparte module omdat deze module voor elke actuator of sensor kan worden hergebruikt.</a:t>
            </a: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L" dirty="0"/>
          </a:p>
        </p:txBody>
      </p:sp>
      <p:sp>
        <p:nvSpPr>
          <p:cNvPr id="4" name="Tijdelijke aanduiding voor dianummer 3"/>
          <p:cNvSpPr>
            <a:spLocks noGrp="1"/>
          </p:cNvSpPr>
          <p:nvPr>
            <p:ph type="sldNum" sz="quarter" idx="5"/>
          </p:nvPr>
        </p:nvSpPr>
        <p:spPr/>
        <p:txBody>
          <a:bodyPr/>
          <a:lstStyle/>
          <a:p>
            <a:fld id="{50D9BB99-6ACD-421C-8BF2-AABC75408E80}" type="slidenum">
              <a:rPr lang="en-NL" smtClean="0"/>
              <a:t>4</a:t>
            </a:fld>
            <a:endParaRPr lang="en-NL"/>
          </a:p>
        </p:txBody>
      </p:sp>
    </p:spTree>
    <p:extLst>
      <p:ext uri="{BB962C8B-B14F-4D97-AF65-F5344CB8AC3E}">
        <p14:creationId xmlns:p14="http://schemas.microsoft.com/office/powerpoint/2010/main" val="2855957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nSpc>
                <a:spcPct val="107000"/>
              </a:lnSpc>
              <a:spcAft>
                <a:spcPts val="800"/>
              </a:spcAft>
            </a:pPr>
            <a:r>
              <a:rPr lang="nl-NL" sz="1800" dirty="0">
                <a:effectLst/>
                <a:latin typeface="Calibri" panose="020F0502020204030204" pitchFamily="34" charset="0"/>
                <a:ea typeface="Calibri" panose="020F0502020204030204" pitchFamily="34" charset="0"/>
                <a:cs typeface="Times New Roman" panose="02020603050405020304" pitchFamily="18" charset="0"/>
              </a:rPr>
              <a:t>In figuur 4 is te zien dat de aansturings-module in eerste instantie twee taken heeft om te volbrengen. </a:t>
            </a:r>
          </a:p>
          <a:p>
            <a:pPr>
              <a:lnSpc>
                <a:spcPct val="107000"/>
              </a:lnSpc>
              <a:spcAft>
                <a:spcPts val="800"/>
              </a:spcAft>
            </a:pPr>
            <a:endParaRPr lang="nl-NL"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NL" sz="1800" dirty="0">
                <a:effectLst/>
                <a:latin typeface="Calibri" panose="020F0502020204030204" pitchFamily="34" charset="0"/>
                <a:ea typeface="Calibri" panose="020F0502020204030204" pitchFamily="34" charset="0"/>
                <a:cs typeface="Times New Roman" panose="02020603050405020304" pitchFamily="18" charset="0"/>
              </a:rPr>
              <a:t>Als eerste moet de aansturings-module natuurlijk het hardwarecomponent aansturen. Om dit te doen moeten er signalen worden gestuurd naar het component. Dit component heeft ook voeding nodig. Op hardware matig gebied zal dit ook het gene zijn wat tussen de diverse aansturings-modules het meeste zal verschillen. </a:t>
            </a:r>
          </a:p>
          <a:p>
            <a:pPr>
              <a:lnSpc>
                <a:spcPct val="107000"/>
              </a:lnSpc>
              <a:spcAft>
                <a:spcPts val="800"/>
              </a:spcAft>
            </a:pP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NL" sz="1800" dirty="0">
                <a:effectLst/>
                <a:latin typeface="Calibri" panose="020F0502020204030204" pitchFamily="34" charset="0"/>
                <a:ea typeface="Calibri" panose="020F0502020204030204" pitchFamily="34" charset="0"/>
                <a:cs typeface="Times New Roman" panose="02020603050405020304" pitchFamily="18" charset="0"/>
              </a:rPr>
              <a:t>Naast het aansturen van het hardwarecomponent moet de module ook informatie kunnen ontvangen en terugkoppelen aan de ethernet-module. Dit is nodig om het hardwarecomponent officieel deel te laten nemen aan het interne netwerk.</a:t>
            </a: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L" dirty="0"/>
          </a:p>
        </p:txBody>
      </p:sp>
      <p:sp>
        <p:nvSpPr>
          <p:cNvPr id="4" name="Tijdelijke aanduiding voor dianummer 3"/>
          <p:cNvSpPr>
            <a:spLocks noGrp="1"/>
          </p:cNvSpPr>
          <p:nvPr>
            <p:ph type="sldNum" sz="quarter" idx="5"/>
          </p:nvPr>
        </p:nvSpPr>
        <p:spPr/>
        <p:txBody>
          <a:bodyPr/>
          <a:lstStyle/>
          <a:p>
            <a:fld id="{50D9BB99-6ACD-421C-8BF2-AABC75408E80}" type="slidenum">
              <a:rPr lang="en-NL" smtClean="0"/>
              <a:t>5</a:t>
            </a:fld>
            <a:endParaRPr lang="en-NL"/>
          </a:p>
        </p:txBody>
      </p:sp>
    </p:spTree>
    <p:extLst>
      <p:ext uri="{BB962C8B-B14F-4D97-AF65-F5344CB8AC3E}">
        <p14:creationId xmlns:p14="http://schemas.microsoft.com/office/powerpoint/2010/main" val="4101286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800" dirty="0">
                <a:effectLst/>
                <a:latin typeface="Calibri" panose="020F0502020204030204" pitchFamily="34" charset="0"/>
                <a:ea typeface="Calibri" panose="020F0502020204030204" pitchFamily="34" charset="0"/>
                <a:cs typeface="Times New Roman" panose="02020603050405020304" pitchFamily="18" charset="0"/>
              </a:rPr>
              <a:t>De ethernet-module moet de interface vormen voor de aansturings-module en het interne netwerk Als eerste heeft de ethernet-module de taak om een connectie te maken met de centrale server. Hier komen alle berichten straks binnen. Zodra er data binnenkomt van de aansturings-module, dan moet deze data in het juiste format worden gezet en worden doorgestuurd naar de server. Dit moet natuurlijk ook andersom. Als er data van de server naar de module wordt gestuurd, dan moet deze informatie ook weer doorgestuurd worden naar de aansturings-module.</a:t>
            </a:r>
            <a:endParaRPr lang="en-N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NL" dirty="0"/>
          </a:p>
        </p:txBody>
      </p:sp>
      <p:sp>
        <p:nvSpPr>
          <p:cNvPr id="4" name="Tijdelijke aanduiding voor dianummer 3"/>
          <p:cNvSpPr>
            <a:spLocks noGrp="1"/>
          </p:cNvSpPr>
          <p:nvPr>
            <p:ph type="sldNum" sz="quarter" idx="5"/>
          </p:nvPr>
        </p:nvSpPr>
        <p:spPr/>
        <p:txBody>
          <a:bodyPr/>
          <a:lstStyle/>
          <a:p>
            <a:fld id="{50D9BB99-6ACD-421C-8BF2-AABC75408E80}" type="slidenum">
              <a:rPr lang="en-NL" smtClean="0"/>
              <a:t>6</a:t>
            </a:fld>
            <a:endParaRPr lang="en-NL"/>
          </a:p>
        </p:txBody>
      </p:sp>
    </p:spTree>
    <p:extLst>
      <p:ext uri="{BB962C8B-B14F-4D97-AF65-F5344CB8AC3E}">
        <p14:creationId xmlns:p14="http://schemas.microsoft.com/office/powerpoint/2010/main" val="3624433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BADF66-B6A8-4BCD-92AA-D89711D2D209}"/>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en-NL"/>
          </a:p>
        </p:txBody>
      </p:sp>
      <p:sp>
        <p:nvSpPr>
          <p:cNvPr id="3" name="Ondertitel 2">
            <a:extLst>
              <a:ext uri="{FF2B5EF4-FFF2-40B4-BE49-F238E27FC236}">
                <a16:creationId xmlns:a16="http://schemas.microsoft.com/office/drawing/2014/main" id="{BE0E4282-D70C-4E59-AD37-A02B0B1911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NL"/>
          </a:p>
        </p:txBody>
      </p:sp>
      <p:sp>
        <p:nvSpPr>
          <p:cNvPr id="4" name="Tijdelijke aanduiding voor datum 3">
            <a:extLst>
              <a:ext uri="{FF2B5EF4-FFF2-40B4-BE49-F238E27FC236}">
                <a16:creationId xmlns:a16="http://schemas.microsoft.com/office/drawing/2014/main" id="{3D92C77B-0C88-4289-A305-4B4FEEAA8161}"/>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A3485CF3-5DD8-483D-BE18-93C561160BF7}"/>
              </a:ext>
            </a:extLst>
          </p:cNvPr>
          <p:cNvSpPr>
            <a:spLocks noGrp="1"/>
          </p:cNvSpPr>
          <p:nvPr>
            <p:ph type="ftr" sz="quarter" idx="11"/>
          </p:nvPr>
        </p:nvSpPr>
        <p:spPr/>
        <p:txBody>
          <a:bodyPr/>
          <a:lstStyle/>
          <a:p>
            <a:endParaRPr lang="en-NL"/>
          </a:p>
        </p:txBody>
      </p:sp>
      <p:sp>
        <p:nvSpPr>
          <p:cNvPr id="6" name="Tijdelijke aanduiding voor dianummer 5">
            <a:extLst>
              <a:ext uri="{FF2B5EF4-FFF2-40B4-BE49-F238E27FC236}">
                <a16:creationId xmlns:a16="http://schemas.microsoft.com/office/drawing/2014/main" id="{4EDEDCAD-F0CD-40FB-91A6-301B97766F74}"/>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170964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AB73FD-E9AC-44FF-BDBF-8772468DBE60}"/>
              </a:ext>
            </a:extLst>
          </p:cNvPr>
          <p:cNvSpPr>
            <a:spLocks noGrp="1"/>
          </p:cNvSpPr>
          <p:nvPr>
            <p:ph type="title"/>
          </p:nvPr>
        </p:nvSpPr>
        <p:spPr/>
        <p:txBody>
          <a:bodyPr/>
          <a:lstStyle/>
          <a:p>
            <a:r>
              <a:rPr lang="nl-NL"/>
              <a:t>Klik om stijl te bewerken</a:t>
            </a:r>
            <a:endParaRPr lang="en-NL"/>
          </a:p>
        </p:txBody>
      </p:sp>
      <p:sp>
        <p:nvSpPr>
          <p:cNvPr id="3" name="Tijdelijke aanduiding voor inhoud 2">
            <a:extLst>
              <a:ext uri="{FF2B5EF4-FFF2-40B4-BE49-F238E27FC236}">
                <a16:creationId xmlns:a16="http://schemas.microsoft.com/office/drawing/2014/main" id="{D19DF98E-93E9-43C0-BE01-7F5CEA9410C6}"/>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datum 3">
            <a:extLst>
              <a:ext uri="{FF2B5EF4-FFF2-40B4-BE49-F238E27FC236}">
                <a16:creationId xmlns:a16="http://schemas.microsoft.com/office/drawing/2014/main" id="{1DB2575C-CCA5-46C3-9414-7155B5F1765F}"/>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1B6FC7A7-08BA-48E1-9449-2F00CAB09623}"/>
              </a:ext>
            </a:extLst>
          </p:cNvPr>
          <p:cNvSpPr>
            <a:spLocks noGrp="1"/>
          </p:cNvSpPr>
          <p:nvPr>
            <p:ph type="ftr" sz="quarter" idx="11"/>
          </p:nvPr>
        </p:nvSpPr>
        <p:spPr/>
        <p:txBody>
          <a:bodyPr/>
          <a:lstStyle/>
          <a:p>
            <a:endParaRPr lang="en-NL"/>
          </a:p>
        </p:txBody>
      </p:sp>
      <p:sp>
        <p:nvSpPr>
          <p:cNvPr id="6" name="Tijdelijke aanduiding voor dianummer 5">
            <a:extLst>
              <a:ext uri="{FF2B5EF4-FFF2-40B4-BE49-F238E27FC236}">
                <a16:creationId xmlns:a16="http://schemas.microsoft.com/office/drawing/2014/main" id="{5A9F3827-C1EB-4D0E-B42A-129FE3F0007A}"/>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415777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D15322-5564-4E66-9215-157D7136C295}"/>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en-NL"/>
          </a:p>
        </p:txBody>
      </p:sp>
      <p:sp>
        <p:nvSpPr>
          <p:cNvPr id="3" name="Tijdelijke aanduiding voor tekst 2">
            <a:extLst>
              <a:ext uri="{FF2B5EF4-FFF2-40B4-BE49-F238E27FC236}">
                <a16:creationId xmlns:a16="http://schemas.microsoft.com/office/drawing/2014/main" id="{E077D7FC-C688-4604-8602-76EB4A4E38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3C664B8-7887-46FB-9907-0EBCF178EC76}"/>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495FFC8E-FCC6-4426-AA1E-EEC59F9868B8}"/>
              </a:ext>
            </a:extLst>
          </p:cNvPr>
          <p:cNvSpPr>
            <a:spLocks noGrp="1"/>
          </p:cNvSpPr>
          <p:nvPr>
            <p:ph type="ftr" sz="quarter" idx="11"/>
          </p:nvPr>
        </p:nvSpPr>
        <p:spPr/>
        <p:txBody>
          <a:bodyPr/>
          <a:lstStyle/>
          <a:p>
            <a:endParaRPr lang="en-NL"/>
          </a:p>
        </p:txBody>
      </p:sp>
      <p:sp>
        <p:nvSpPr>
          <p:cNvPr id="6" name="Tijdelijke aanduiding voor dianummer 5">
            <a:extLst>
              <a:ext uri="{FF2B5EF4-FFF2-40B4-BE49-F238E27FC236}">
                <a16:creationId xmlns:a16="http://schemas.microsoft.com/office/drawing/2014/main" id="{4AEA9E33-E1BD-4489-B093-3E57B5F17A2D}"/>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53108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C442ED-70C8-47D2-86C0-74863B1D8A8C}"/>
              </a:ext>
            </a:extLst>
          </p:cNvPr>
          <p:cNvSpPr>
            <a:spLocks noGrp="1"/>
          </p:cNvSpPr>
          <p:nvPr>
            <p:ph type="title"/>
          </p:nvPr>
        </p:nvSpPr>
        <p:spPr/>
        <p:txBody>
          <a:bodyPr/>
          <a:lstStyle/>
          <a:p>
            <a:r>
              <a:rPr lang="nl-NL"/>
              <a:t>Klik om stijl te bewerken</a:t>
            </a:r>
            <a:endParaRPr lang="en-NL"/>
          </a:p>
        </p:txBody>
      </p:sp>
      <p:sp>
        <p:nvSpPr>
          <p:cNvPr id="3" name="Tijdelijke aanduiding voor inhoud 2">
            <a:extLst>
              <a:ext uri="{FF2B5EF4-FFF2-40B4-BE49-F238E27FC236}">
                <a16:creationId xmlns:a16="http://schemas.microsoft.com/office/drawing/2014/main" id="{7371DA74-8217-472A-B4D8-AB6910C1ECEA}"/>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inhoud 3">
            <a:extLst>
              <a:ext uri="{FF2B5EF4-FFF2-40B4-BE49-F238E27FC236}">
                <a16:creationId xmlns:a16="http://schemas.microsoft.com/office/drawing/2014/main" id="{550DA525-528A-4C37-9637-9D770B885DB3}"/>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5" name="Tijdelijke aanduiding voor datum 4">
            <a:extLst>
              <a:ext uri="{FF2B5EF4-FFF2-40B4-BE49-F238E27FC236}">
                <a16:creationId xmlns:a16="http://schemas.microsoft.com/office/drawing/2014/main" id="{90CEC6A8-4A60-46A2-AB0A-FC0FB1D7BBBE}"/>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6" name="Tijdelijke aanduiding voor voettekst 5">
            <a:extLst>
              <a:ext uri="{FF2B5EF4-FFF2-40B4-BE49-F238E27FC236}">
                <a16:creationId xmlns:a16="http://schemas.microsoft.com/office/drawing/2014/main" id="{D63D8BAB-0948-488E-8E5B-4F5B0242471E}"/>
              </a:ext>
            </a:extLst>
          </p:cNvPr>
          <p:cNvSpPr>
            <a:spLocks noGrp="1"/>
          </p:cNvSpPr>
          <p:nvPr>
            <p:ph type="ftr" sz="quarter" idx="11"/>
          </p:nvPr>
        </p:nvSpPr>
        <p:spPr/>
        <p:txBody>
          <a:bodyPr/>
          <a:lstStyle/>
          <a:p>
            <a:endParaRPr lang="en-NL"/>
          </a:p>
        </p:txBody>
      </p:sp>
      <p:sp>
        <p:nvSpPr>
          <p:cNvPr id="7" name="Tijdelijke aanduiding voor dianummer 6">
            <a:extLst>
              <a:ext uri="{FF2B5EF4-FFF2-40B4-BE49-F238E27FC236}">
                <a16:creationId xmlns:a16="http://schemas.microsoft.com/office/drawing/2014/main" id="{7E6B9384-4A91-4028-83F5-5EF91644AF07}"/>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7500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9D3E78-4C03-4791-9291-9156FE281D2B}"/>
              </a:ext>
            </a:extLst>
          </p:cNvPr>
          <p:cNvSpPr>
            <a:spLocks noGrp="1"/>
          </p:cNvSpPr>
          <p:nvPr>
            <p:ph type="title"/>
          </p:nvPr>
        </p:nvSpPr>
        <p:spPr>
          <a:xfrm>
            <a:off x="839788" y="365125"/>
            <a:ext cx="10515600" cy="1325563"/>
          </a:xfrm>
        </p:spPr>
        <p:txBody>
          <a:bodyPr/>
          <a:lstStyle/>
          <a:p>
            <a:r>
              <a:rPr lang="nl-NL"/>
              <a:t>Klik om stijl te bewerken</a:t>
            </a:r>
            <a:endParaRPr lang="en-NL"/>
          </a:p>
        </p:txBody>
      </p:sp>
      <p:sp>
        <p:nvSpPr>
          <p:cNvPr id="3" name="Tijdelijke aanduiding voor tekst 2">
            <a:extLst>
              <a:ext uri="{FF2B5EF4-FFF2-40B4-BE49-F238E27FC236}">
                <a16:creationId xmlns:a16="http://schemas.microsoft.com/office/drawing/2014/main" id="{01321EE9-9698-46D8-9EF9-F7FD42FC9B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DE724B38-9A2A-439D-8FC0-D4FE2E274E36}"/>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5" name="Tijdelijke aanduiding voor tekst 4">
            <a:extLst>
              <a:ext uri="{FF2B5EF4-FFF2-40B4-BE49-F238E27FC236}">
                <a16:creationId xmlns:a16="http://schemas.microsoft.com/office/drawing/2014/main" id="{E58E876F-18F0-4301-9C4B-68145EAFA3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B58938B-5919-4A48-8EA5-C41265B31DF0}"/>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7" name="Tijdelijke aanduiding voor datum 6">
            <a:extLst>
              <a:ext uri="{FF2B5EF4-FFF2-40B4-BE49-F238E27FC236}">
                <a16:creationId xmlns:a16="http://schemas.microsoft.com/office/drawing/2014/main" id="{D6172DF7-61F6-4F69-BC1B-C9B8CD0D713F}"/>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8" name="Tijdelijke aanduiding voor voettekst 7">
            <a:extLst>
              <a:ext uri="{FF2B5EF4-FFF2-40B4-BE49-F238E27FC236}">
                <a16:creationId xmlns:a16="http://schemas.microsoft.com/office/drawing/2014/main" id="{0A7C66AF-D529-4ACC-8EB0-87619A41AB33}"/>
              </a:ext>
            </a:extLst>
          </p:cNvPr>
          <p:cNvSpPr>
            <a:spLocks noGrp="1"/>
          </p:cNvSpPr>
          <p:nvPr>
            <p:ph type="ftr" sz="quarter" idx="11"/>
          </p:nvPr>
        </p:nvSpPr>
        <p:spPr/>
        <p:txBody>
          <a:bodyPr/>
          <a:lstStyle/>
          <a:p>
            <a:endParaRPr lang="en-NL"/>
          </a:p>
        </p:txBody>
      </p:sp>
      <p:sp>
        <p:nvSpPr>
          <p:cNvPr id="9" name="Tijdelijke aanduiding voor dianummer 8">
            <a:extLst>
              <a:ext uri="{FF2B5EF4-FFF2-40B4-BE49-F238E27FC236}">
                <a16:creationId xmlns:a16="http://schemas.microsoft.com/office/drawing/2014/main" id="{B764A103-289D-4FCA-A0BD-2210F9597D5B}"/>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318981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C7C398-FC59-4E7E-AFBC-5456EEFC8592}"/>
              </a:ext>
            </a:extLst>
          </p:cNvPr>
          <p:cNvSpPr>
            <a:spLocks noGrp="1"/>
          </p:cNvSpPr>
          <p:nvPr>
            <p:ph type="title"/>
          </p:nvPr>
        </p:nvSpPr>
        <p:spPr/>
        <p:txBody>
          <a:bodyPr/>
          <a:lstStyle/>
          <a:p>
            <a:r>
              <a:rPr lang="nl-NL"/>
              <a:t>Klik om stijl te bewerken</a:t>
            </a:r>
            <a:endParaRPr lang="en-NL"/>
          </a:p>
        </p:txBody>
      </p:sp>
      <p:sp>
        <p:nvSpPr>
          <p:cNvPr id="3" name="Tijdelijke aanduiding voor datum 2">
            <a:extLst>
              <a:ext uri="{FF2B5EF4-FFF2-40B4-BE49-F238E27FC236}">
                <a16:creationId xmlns:a16="http://schemas.microsoft.com/office/drawing/2014/main" id="{59AD4C62-0D98-45CF-975D-165E3844195A}"/>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4" name="Tijdelijke aanduiding voor voettekst 3">
            <a:extLst>
              <a:ext uri="{FF2B5EF4-FFF2-40B4-BE49-F238E27FC236}">
                <a16:creationId xmlns:a16="http://schemas.microsoft.com/office/drawing/2014/main" id="{AEFA5CD8-8D2E-4D84-94A9-C4EC44FDD141}"/>
              </a:ext>
            </a:extLst>
          </p:cNvPr>
          <p:cNvSpPr>
            <a:spLocks noGrp="1"/>
          </p:cNvSpPr>
          <p:nvPr>
            <p:ph type="ftr" sz="quarter" idx="11"/>
          </p:nvPr>
        </p:nvSpPr>
        <p:spPr/>
        <p:txBody>
          <a:bodyPr/>
          <a:lstStyle/>
          <a:p>
            <a:endParaRPr lang="en-NL"/>
          </a:p>
        </p:txBody>
      </p:sp>
      <p:sp>
        <p:nvSpPr>
          <p:cNvPr id="5" name="Tijdelijke aanduiding voor dianummer 4">
            <a:extLst>
              <a:ext uri="{FF2B5EF4-FFF2-40B4-BE49-F238E27FC236}">
                <a16:creationId xmlns:a16="http://schemas.microsoft.com/office/drawing/2014/main" id="{8F808538-37A7-4273-AC92-C8994981722B}"/>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083655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2E3311A3-F835-44B4-9102-D5D3BF3AD061}"/>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3" name="Tijdelijke aanduiding voor voettekst 2">
            <a:extLst>
              <a:ext uri="{FF2B5EF4-FFF2-40B4-BE49-F238E27FC236}">
                <a16:creationId xmlns:a16="http://schemas.microsoft.com/office/drawing/2014/main" id="{3E8E2B9C-2B72-416A-AB98-A29DD4E36941}"/>
              </a:ext>
            </a:extLst>
          </p:cNvPr>
          <p:cNvSpPr>
            <a:spLocks noGrp="1"/>
          </p:cNvSpPr>
          <p:nvPr>
            <p:ph type="ftr" sz="quarter" idx="11"/>
          </p:nvPr>
        </p:nvSpPr>
        <p:spPr/>
        <p:txBody>
          <a:bodyPr/>
          <a:lstStyle/>
          <a:p>
            <a:endParaRPr lang="en-NL"/>
          </a:p>
        </p:txBody>
      </p:sp>
      <p:sp>
        <p:nvSpPr>
          <p:cNvPr id="4" name="Tijdelijke aanduiding voor dianummer 3">
            <a:extLst>
              <a:ext uri="{FF2B5EF4-FFF2-40B4-BE49-F238E27FC236}">
                <a16:creationId xmlns:a16="http://schemas.microsoft.com/office/drawing/2014/main" id="{CA9A3720-9CF1-440C-ABD7-2D7557EDDEC6}"/>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234749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33199D-C0A5-4F8E-9B3B-676F77ED5E29}"/>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NL"/>
          </a:p>
        </p:txBody>
      </p:sp>
      <p:sp>
        <p:nvSpPr>
          <p:cNvPr id="3" name="Tijdelijke aanduiding voor inhoud 2">
            <a:extLst>
              <a:ext uri="{FF2B5EF4-FFF2-40B4-BE49-F238E27FC236}">
                <a16:creationId xmlns:a16="http://schemas.microsoft.com/office/drawing/2014/main" id="{05DCD526-8FAE-493C-9090-EE87C7737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tekst 3">
            <a:extLst>
              <a:ext uri="{FF2B5EF4-FFF2-40B4-BE49-F238E27FC236}">
                <a16:creationId xmlns:a16="http://schemas.microsoft.com/office/drawing/2014/main" id="{8F48B63F-A535-414A-B333-18D4AA652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9B1ADCCC-14A2-4B7C-8D48-F97CB9088FB0}"/>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6" name="Tijdelijke aanduiding voor voettekst 5">
            <a:extLst>
              <a:ext uri="{FF2B5EF4-FFF2-40B4-BE49-F238E27FC236}">
                <a16:creationId xmlns:a16="http://schemas.microsoft.com/office/drawing/2014/main" id="{A2B7B983-91C3-4DEC-860B-E8FEF55E892A}"/>
              </a:ext>
            </a:extLst>
          </p:cNvPr>
          <p:cNvSpPr>
            <a:spLocks noGrp="1"/>
          </p:cNvSpPr>
          <p:nvPr>
            <p:ph type="ftr" sz="quarter" idx="11"/>
          </p:nvPr>
        </p:nvSpPr>
        <p:spPr/>
        <p:txBody>
          <a:bodyPr/>
          <a:lstStyle/>
          <a:p>
            <a:endParaRPr lang="en-NL"/>
          </a:p>
        </p:txBody>
      </p:sp>
      <p:sp>
        <p:nvSpPr>
          <p:cNvPr id="7" name="Tijdelijke aanduiding voor dianummer 6">
            <a:extLst>
              <a:ext uri="{FF2B5EF4-FFF2-40B4-BE49-F238E27FC236}">
                <a16:creationId xmlns:a16="http://schemas.microsoft.com/office/drawing/2014/main" id="{ED88A68C-D9D8-480C-8C55-C7E78ECAE970}"/>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4954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92EE76-2CA3-47A0-A60E-407829899F1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NL"/>
          </a:p>
        </p:txBody>
      </p:sp>
      <p:sp>
        <p:nvSpPr>
          <p:cNvPr id="3" name="Tijdelijke aanduiding voor afbeelding 2">
            <a:extLst>
              <a:ext uri="{FF2B5EF4-FFF2-40B4-BE49-F238E27FC236}">
                <a16:creationId xmlns:a16="http://schemas.microsoft.com/office/drawing/2014/main" id="{17D63EE0-AC6E-4758-8330-F826E9ED76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ijdelijke aanduiding voor tekst 3">
            <a:extLst>
              <a:ext uri="{FF2B5EF4-FFF2-40B4-BE49-F238E27FC236}">
                <a16:creationId xmlns:a16="http://schemas.microsoft.com/office/drawing/2014/main" id="{1D072904-4999-429B-829A-8D0E76323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E2607DD-EF59-4545-B204-232A6FA7993C}"/>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6" name="Tijdelijke aanduiding voor voettekst 5">
            <a:extLst>
              <a:ext uri="{FF2B5EF4-FFF2-40B4-BE49-F238E27FC236}">
                <a16:creationId xmlns:a16="http://schemas.microsoft.com/office/drawing/2014/main" id="{57DA0946-EB55-4944-96FD-B3BFAE63A714}"/>
              </a:ext>
            </a:extLst>
          </p:cNvPr>
          <p:cNvSpPr>
            <a:spLocks noGrp="1"/>
          </p:cNvSpPr>
          <p:nvPr>
            <p:ph type="ftr" sz="quarter" idx="11"/>
          </p:nvPr>
        </p:nvSpPr>
        <p:spPr/>
        <p:txBody>
          <a:bodyPr/>
          <a:lstStyle/>
          <a:p>
            <a:endParaRPr lang="en-NL"/>
          </a:p>
        </p:txBody>
      </p:sp>
      <p:sp>
        <p:nvSpPr>
          <p:cNvPr id="7" name="Tijdelijke aanduiding voor dianummer 6">
            <a:extLst>
              <a:ext uri="{FF2B5EF4-FFF2-40B4-BE49-F238E27FC236}">
                <a16:creationId xmlns:a16="http://schemas.microsoft.com/office/drawing/2014/main" id="{A412B836-101D-4476-94EA-A9BA93C93F4E}"/>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88939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9A70-B100-4BFB-A25B-0DA3971141CC}"/>
              </a:ext>
            </a:extLst>
          </p:cNvPr>
          <p:cNvSpPr>
            <a:spLocks noGrp="1"/>
          </p:cNvSpPr>
          <p:nvPr>
            <p:ph type="title"/>
          </p:nvPr>
        </p:nvSpPr>
        <p:spPr/>
        <p:txBody>
          <a:bodyPr/>
          <a:lstStyle/>
          <a:p>
            <a:r>
              <a:rPr lang="nl-NL"/>
              <a:t>Klik om stijl te bewerken</a:t>
            </a:r>
            <a:endParaRPr lang="en-NL"/>
          </a:p>
        </p:txBody>
      </p:sp>
      <p:sp>
        <p:nvSpPr>
          <p:cNvPr id="3" name="Tijdelijke aanduiding voor verticale tekst 2">
            <a:extLst>
              <a:ext uri="{FF2B5EF4-FFF2-40B4-BE49-F238E27FC236}">
                <a16:creationId xmlns:a16="http://schemas.microsoft.com/office/drawing/2014/main" id="{6FD76759-452C-45BE-8592-2CE7F1168A28}"/>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datum 3">
            <a:extLst>
              <a:ext uri="{FF2B5EF4-FFF2-40B4-BE49-F238E27FC236}">
                <a16:creationId xmlns:a16="http://schemas.microsoft.com/office/drawing/2014/main" id="{3B3DA6ED-995D-49DE-BA1A-061D642D03EB}"/>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1633B270-795C-4FD5-B23E-358A87605793}"/>
              </a:ext>
            </a:extLst>
          </p:cNvPr>
          <p:cNvSpPr>
            <a:spLocks noGrp="1"/>
          </p:cNvSpPr>
          <p:nvPr>
            <p:ph type="ftr" sz="quarter" idx="11"/>
          </p:nvPr>
        </p:nvSpPr>
        <p:spPr/>
        <p:txBody>
          <a:bodyPr/>
          <a:lstStyle/>
          <a:p>
            <a:endParaRPr lang="en-NL"/>
          </a:p>
        </p:txBody>
      </p:sp>
      <p:sp>
        <p:nvSpPr>
          <p:cNvPr id="6" name="Tijdelijke aanduiding voor dianummer 5">
            <a:extLst>
              <a:ext uri="{FF2B5EF4-FFF2-40B4-BE49-F238E27FC236}">
                <a16:creationId xmlns:a16="http://schemas.microsoft.com/office/drawing/2014/main" id="{CBB990D0-885B-4FA1-BBB4-4AE25D1C6C43}"/>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133299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EC8D4CA7-717E-4C00-ADBA-E13EA67D39F3}"/>
              </a:ext>
            </a:extLst>
          </p:cNvPr>
          <p:cNvSpPr>
            <a:spLocks noGrp="1"/>
          </p:cNvSpPr>
          <p:nvPr>
            <p:ph type="title" orient="vert"/>
          </p:nvPr>
        </p:nvSpPr>
        <p:spPr>
          <a:xfrm>
            <a:off x="8724900" y="365125"/>
            <a:ext cx="2628900" cy="5811838"/>
          </a:xfrm>
        </p:spPr>
        <p:txBody>
          <a:bodyPr vert="eaVert"/>
          <a:lstStyle/>
          <a:p>
            <a:r>
              <a:rPr lang="nl-NL"/>
              <a:t>Klik om stijl te bewerken</a:t>
            </a:r>
            <a:endParaRPr lang="en-NL"/>
          </a:p>
        </p:txBody>
      </p:sp>
      <p:sp>
        <p:nvSpPr>
          <p:cNvPr id="3" name="Tijdelijke aanduiding voor verticale tekst 2">
            <a:extLst>
              <a:ext uri="{FF2B5EF4-FFF2-40B4-BE49-F238E27FC236}">
                <a16:creationId xmlns:a16="http://schemas.microsoft.com/office/drawing/2014/main" id="{9D57EF8F-6477-427A-8397-0E7A9A23B024}"/>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datum 3">
            <a:extLst>
              <a:ext uri="{FF2B5EF4-FFF2-40B4-BE49-F238E27FC236}">
                <a16:creationId xmlns:a16="http://schemas.microsoft.com/office/drawing/2014/main" id="{8DDB3F59-CBB8-4D56-B71D-5E4832C236F1}"/>
              </a:ext>
            </a:extLst>
          </p:cNvPr>
          <p:cNvSpPr>
            <a:spLocks noGrp="1"/>
          </p:cNvSpPr>
          <p:nvPr>
            <p:ph type="dt" sz="half" idx="10"/>
          </p:nvPr>
        </p:nvSpPr>
        <p:spPr/>
        <p:txBody>
          <a:body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704ED1C9-7C9D-4DF8-91E6-62E18C6B0532}"/>
              </a:ext>
            </a:extLst>
          </p:cNvPr>
          <p:cNvSpPr>
            <a:spLocks noGrp="1"/>
          </p:cNvSpPr>
          <p:nvPr>
            <p:ph type="ftr" sz="quarter" idx="11"/>
          </p:nvPr>
        </p:nvSpPr>
        <p:spPr/>
        <p:txBody>
          <a:bodyPr/>
          <a:lstStyle/>
          <a:p>
            <a:endParaRPr lang="en-NL"/>
          </a:p>
        </p:txBody>
      </p:sp>
      <p:sp>
        <p:nvSpPr>
          <p:cNvPr id="6" name="Tijdelijke aanduiding voor dianummer 5">
            <a:extLst>
              <a:ext uri="{FF2B5EF4-FFF2-40B4-BE49-F238E27FC236}">
                <a16:creationId xmlns:a16="http://schemas.microsoft.com/office/drawing/2014/main" id="{E0941CA4-CE61-4617-B7FC-B347E428DB44}"/>
              </a:ext>
            </a:extLst>
          </p:cNvPr>
          <p:cNvSpPr>
            <a:spLocks noGrp="1"/>
          </p:cNvSpPr>
          <p:nvPr>
            <p:ph type="sldNum" sz="quarter" idx="12"/>
          </p:nvPr>
        </p:nvSpPr>
        <p:spPr/>
        <p:txBody>
          <a:bodyPr/>
          <a:lstStyle/>
          <a:p>
            <a:fld id="{B6ADB42A-6BF7-400D-8D31-229434693D2C}" type="slidenum">
              <a:rPr lang="en-NL" smtClean="0"/>
              <a:t>‹nr.›</a:t>
            </a:fld>
            <a:endParaRPr lang="en-NL"/>
          </a:p>
        </p:txBody>
      </p:sp>
    </p:spTree>
    <p:extLst>
      <p:ext uri="{BB962C8B-B14F-4D97-AF65-F5344CB8AC3E}">
        <p14:creationId xmlns:p14="http://schemas.microsoft.com/office/powerpoint/2010/main" val="214031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319AE22C-37B1-4C28-BD07-98F51886CD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en-NL"/>
          </a:p>
        </p:txBody>
      </p:sp>
      <p:sp>
        <p:nvSpPr>
          <p:cNvPr id="3" name="Tijdelijke aanduiding voor tekst 2">
            <a:extLst>
              <a:ext uri="{FF2B5EF4-FFF2-40B4-BE49-F238E27FC236}">
                <a16:creationId xmlns:a16="http://schemas.microsoft.com/office/drawing/2014/main" id="{7E063F66-661B-461D-8E0C-FE3DF6107F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 name="Tijdelijke aanduiding voor datum 3">
            <a:extLst>
              <a:ext uri="{FF2B5EF4-FFF2-40B4-BE49-F238E27FC236}">
                <a16:creationId xmlns:a16="http://schemas.microsoft.com/office/drawing/2014/main" id="{0BC24829-9C6E-452D-A667-7E15DFACCF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C102A0-5209-461E-B33A-7C4642BCB3F0}" type="datetimeFigureOut">
              <a:rPr lang="en-NL" smtClean="0"/>
              <a:t>23/02/2022</a:t>
            </a:fld>
            <a:endParaRPr lang="en-NL"/>
          </a:p>
        </p:txBody>
      </p:sp>
      <p:sp>
        <p:nvSpPr>
          <p:cNvPr id="5" name="Tijdelijke aanduiding voor voettekst 4">
            <a:extLst>
              <a:ext uri="{FF2B5EF4-FFF2-40B4-BE49-F238E27FC236}">
                <a16:creationId xmlns:a16="http://schemas.microsoft.com/office/drawing/2014/main" id="{6086768F-CFC1-475C-A3F3-DC8C5B713E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Tijdelijke aanduiding voor dianummer 5">
            <a:extLst>
              <a:ext uri="{FF2B5EF4-FFF2-40B4-BE49-F238E27FC236}">
                <a16:creationId xmlns:a16="http://schemas.microsoft.com/office/drawing/2014/main" id="{F1D8ADAB-9868-441E-8123-D738F98690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DB42A-6BF7-400D-8D31-229434693D2C}" type="slidenum">
              <a:rPr lang="en-NL" smtClean="0"/>
              <a:t>‹nr.›</a:t>
            </a:fld>
            <a:endParaRPr lang="en-NL"/>
          </a:p>
        </p:txBody>
      </p:sp>
    </p:spTree>
    <p:extLst>
      <p:ext uri="{BB962C8B-B14F-4D97-AF65-F5344CB8AC3E}">
        <p14:creationId xmlns:p14="http://schemas.microsoft.com/office/powerpoint/2010/main" val="628503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46B71A-5ED4-4A0A-BB20-36A249FC3925}"/>
              </a:ext>
            </a:extLst>
          </p:cNvPr>
          <p:cNvSpPr>
            <a:spLocks noGrp="1"/>
          </p:cNvSpPr>
          <p:nvPr>
            <p:ph type="ctrTitle"/>
          </p:nvPr>
        </p:nvSpPr>
        <p:spPr/>
        <p:txBody>
          <a:bodyPr/>
          <a:lstStyle/>
          <a:p>
            <a:r>
              <a:rPr lang="nl-NL" dirty="0"/>
              <a:t>Functionele decompositie </a:t>
            </a:r>
            <a:r>
              <a:rPr lang="nl-NL" dirty="0" err="1"/>
              <a:t>Aquabot</a:t>
            </a:r>
            <a:endParaRPr lang="en-NL" dirty="0"/>
          </a:p>
        </p:txBody>
      </p:sp>
      <p:sp>
        <p:nvSpPr>
          <p:cNvPr id="3" name="Ondertitel 2">
            <a:extLst>
              <a:ext uri="{FF2B5EF4-FFF2-40B4-BE49-F238E27FC236}">
                <a16:creationId xmlns:a16="http://schemas.microsoft.com/office/drawing/2014/main" id="{DCB7143B-C02C-4CB1-8ACE-2CF9AE4C8723}"/>
              </a:ext>
            </a:extLst>
          </p:cNvPr>
          <p:cNvSpPr>
            <a:spLocks noGrp="1"/>
          </p:cNvSpPr>
          <p:nvPr>
            <p:ph type="subTitle" idx="1"/>
          </p:nvPr>
        </p:nvSpPr>
        <p:spPr/>
        <p:txBody>
          <a:bodyPr/>
          <a:lstStyle/>
          <a:p>
            <a:r>
              <a:rPr lang="nl-NL" dirty="0"/>
              <a:t>Gepresenteerd door: </a:t>
            </a:r>
            <a:br>
              <a:rPr lang="nl-NL" dirty="0"/>
            </a:br>
            <a:r>
              <a:rPr lang="nl-NL" dirty="0"/>
              <a:t>Steven Slaa &amp; Alexander Slaa</a:t>
            </a:r>
            <a:endParaRPr lang="en-NL" dirty="0"/>
          </a:p>
        </p:txBody>
      </p:sp>
      <p:pic>
        <p:nvPicPr>
          <p:cNvPr id="5" name="Afbeelding 4" descr="Afbeelding met tekst&#10;&#10;Automatisch gegenereerde beschrijving">
            <a:extLst>
              <a:ext uri="{FF2B5EF4-FFF2-40B4-BE49-F238E27FC236}">
                <a16:creationId xmlns:a16="http://schemas.microsoft.com/office/drawing/2014/main" id="{391FDBE0-AB4F-48FD-9183-D785F4A76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spTree>
    <p:extLst>
      <p:ext uri="{BB962C8B-B14F-4D97-AF65-F5344CB8AC3E}">
        <p14:creationId xmlns:p14="http://schemas.microsoft.com/office/powerpoint/2010/main" val="2000523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A93646-14AA-4284-8E73-0977B1A7CD33}"/>
              </a:ext>
            </a:extLst>
          </p:cNvPr>
          <p:cNvSpPr>
            <a:spLocks noGrp="1"/>
          </p:cNvSpPr>
          <p:nvPr>
            <p:ph type="title"/>
          </p:nvPr>
        </p:nvSpPr>
        <p:spPr/>
        <p:txBody>
          <a:bodyPr/>
          <a:lstStyle/>
          <a:p>
            <a:r>
              <a:rPr lang="nl-NL" dirty="0"/>
              <a:t>Globale opbouw van het systeem</a:t>
            </a:r>
            <a:endParaRPr lang="en-NL" dirty="0"/>
          </a:p>
        </p:txBody>
      </p:sp>
      <p:pic>
        <p:nvPicPr>
          <p:cNvPr id="4" name="Afbeelding 3">
            <a:extLst>
              <a:ext uri="{FF2B5EF4-FFF2-40B4-BE49-F238E27FC236}">
                <a16:creationId xmlns:a16="http://schemas.microsoft.com/office/drawing/2014/main" id="{3C36416D-D9DD-4C91-9C17-269161BE62A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897380" y="2071876"/>
            <a:ext cx="2397240" cy="4067227"/>
          </a:xfrm>
          <a:prstGeom prst="rect">
            <a:avLst/>
          </a:prstGeom>
          <a:noFill/>
          <a:ln>
            <a:noFill/>
          </a:ln>
        </p:spPr>
      </p:pic>
      <p:pic>
        <p:nvPicPr>
          <p:cNvPr id="5" name="Afbeelding 4" descr="Afbeelding met tekst&#10;&#10;Automatisch gegenereerde beschrijving">
            <a:extLst>
              <a:ext uri="{FF2B5EF4-FFF2-40B4-BE49-F238E27FC236}">
                <a16:creationId xmlns:a16="http://schemas.microsoft.com/office/drawing/2014/main" id="{782200C3-5E8D-4F0A-A93E-F08EA24BC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spTree>
    <p:extLst>
      <p:ext uri="{BB962C8B-B14F-4D97-AF65-F5344CB8AC3E}">
        <p14:creationId xmlns:p14="http://schemas.microsoft.com/office/powerpoint/2010/main" val="148503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1472A2-D7A2-4FBB-AEEB-9290C8352C8D}"/>
              </a:ext>
            </a:extLst>
          </p:cNvPr>
          <p:cNvSpPr>
            <a:spLocks noGrp="1"/>
          </p:cNvSpPr>
          <p:nvPr>
            <p:ph type="title"/>
          </p:nvPr>
        </p:nvSpPr>
        <p:spPr/>
        <p:txBody>
          <a:bodyPr/>
          <a:lstStyle/>
          <a:p>
            <a:r>
              <a:rPr lang="nl-NL" dirty="0"/>
              <a:t>Hardware componenten</a:t>
            </a:r>
            <a:endParaRPr lang="en-NL" dirty="0"/>
          </a:p>
        </p:txBody>
      </p:sp>
      <p:pic>
        <p:nvPicPr>
          <p:cNvPr id="4" name="Tijdelijke aanduiding voor inhoud 3">
            <a:extLst>
              <a:ext uri="{FF2B5EF4-FFF2-40B4-BE49-F238E27FC236}">
                <a16:creationId xmlns:a16="http://schemas.microsoft.com/office/drawing/2014/main" id="{27D43FCF-1C8B-48C5-AB9A-F4F214CF03B3}"/>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bwMode="auto">
          <a:xfrm>
            <a:off x="2989623" y="1690688"/>
            <a:ext cx="6212754" cy="3112339"/>
          </a:xfrm>
          <a:prstGeom prst="rect">
            <a:avLst/>
          </a:prstGeom>
          <a:noFill/>
          <a:ln>
            <a:noFill/>
          </a:ln>
        </p:spPr>
      </p:pic>
      <p:pic>
        <p:nvPicPr>
          <p:cNvPr id="5" name="Afbeelding 4">
            <a:extLst>
              <a:ext uri="{FF2B5EF4-FFF2-40B4-BE49-F238E27FC236}">
                <a16:creationId xmlns:a16="http://schemas.microsoft.com/office/drawing/2014/main" id="{95E05A36-9367-42E6-9708-967E130C5C1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86834" y="2048727"/>
            <a:ext cx="1627077" cy="2760545"/>
          </a:xfrm>
          <a:prstGeom prst="rect">
            <a:avLst/>
          </a:prstGeom>
          <a:noFill/>
          <a:ln>
            <a:noFill/>
          </a:ln>
        </p:spPr>
      </p:pic>
      <p:sp>
        <p:nvSpPr>
          <p:cNvPr id="6" name="Pijl: links 5">
            <a:extLst>
              <a:ext uri="{FF2B5EF4-FFF2-40B4-BE49-F238E27FC236}">
                <a16:creationId xmlns:a16="http://schemas.microsoft.com/office/drawing/2014/main" id="{29D67A1F-9D30-4D36-BB07-44CA881D0FF8}"/>
              </a:ext>
            </a:extLst>
          </p:cNvPr>
          <p:cNvSpPr/>
          <p:nvPr/>
        </p:nvSpPr>
        <p:spPr>
          <a:xfrm>
            <a:off x="2085878" y="2216727"/>
            <a:ext cx="717478" cy="277091"/>
          </a:xfrm>
          <a:prstGeom prst="lef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a:p>
        </p:txBody>
      </p:sp>
      <p:pic>
        <p:nvPicPr>
          <p:cNvPr id="7" name="Afbeelding 6" descr="Afbeelding met tekst&#10;&#10;Automatisch gegenereerde beschrijving">
            <a:extLst>
              <a:ext uri="{FF2B5EF4-FFF2-40B4-BE49-F238E27FC236}">
                <a16:creationId xmlns:a16="http://schemas.microsoft.com/office/drawing/2014/main" id="{7496AF5B-2487-4695-BACE-285B9E0E90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spTree>
    <p:extLst>
      <p:ext uri="{BB962C8B-B14F-4D97-AF65-F5344CB8AC3E}">
        <p14:creationId xmlns:p14="http://schemas.microsoft.com/office/powerpoint/2010/main" val="948098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0A9513-B68D-4305-BB28-9A4CFB78DB30}"/>
              </a:ext>
            </a:extLst>
          </p:cNvPr>
          <p:cNvSpPr>
            <a:spLocks noGrp="1"/>
          </p:cNvSpPr>
          <p:nvPr>
            <p:ph type="title"/>
          </p:nvPr>
        </p:nvSpPr>
        <p:spPr/>
        <p:txBody>
          <a:bodyPr/>
          <a:lstStyle/>
          <a:p>
            <a:r>
              <a:rPr lang="nl-NL" dirty="0"/>
              <a:t>Slimme-module</a:t>
            </a:r>
            <a:endParaRPr lang="en-NL" dirty="0"/>
          </a:p>
        </p:txBody>
      </p:sp>
      <p:pic>
        <p:nvPicPr>
          <p:cNvPr id="4" name="Afbeelding 3">
            <a:extLst>
              <a:ext uri="{FF2B5EF4-FFF2-40B4-BE49-F238E27FC236}">
                <a16:creationId xmlns:a16="http://schemas.microsoft.com/office/drawing/2014/main" id="{B0D05A2E-1EF5-4530-9E01-8F4F0841BD6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86834" y="2048727"/>
            <a:ext cx="1627077" cy="2760545"/>
          </a:xfrm>
          <a:prstGeom prst="rect">
            <a:avLst/>
          </a:prstGeom>
          <a:noFill/>
          <a:ln>
            <a:noFill/>
          </a:ln>
        </p:spPr>
      </p:pic>
      <p:sp>
        <p:nvSpPr>
          <p:cNvPr id="5" name="Pijl: links 4">
            <a:extLst>
              <a:ext uri="{FF2B5EF4-FFF2-40B4-BE49-F238E27FC236}">
                <a16:creationId xmlns:a16="http://schemas.microsoft.com/office/drawing/2014/main" id="{78EB0B31-00DB-4B4E-985E-933830BE0F81}"/>
              </a:ext>
            </a:extLst>
          </p:cNvPr>
          <p:cNvSpPr/>
          <p:nvPr/>
        </p:nvSpPr>
        <p:spPr>
          <a:xfrm>
            <a:off x="2128211" y="3290453"/>
            <a:ext cx="717478" cy="277091"/>
          </a:xfrm>
          <a:prstGeom prst="lef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a:p>
        </p:txBody>
      </p:sp>
      <p:pic>
        <p:nvPicPr>
          <p:cNvPr id="6" name="Afbeelding 5">
            <a:extLst>
              <a:ext uri="{FF2B5EF4-FFF2-40B4-BE49-F238E27FC236}">
                <a16:creationId xmlns:a16="http://schemas.microsoft.com/office/drawing/2014/main" id="{E261BEEA-15B5-4A19-86E0-5B6819D75089}"/>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3923876" y="2184767"/>
            <a:ext cx="4344247" cy="2488462"/>
          </a:xfrm>
          <a:prstGeom prst="rect">
            <a:avLst/>
          </a:prstGeom>
          <a:noFill/>
          <a:ln>
            <a:noFill/>
          </a:ln>
        </p:spPr>
      </p:pic>
      <p:pic>
        <p:nvPicPr>
          <p:cNvPr id="7" name="Afbeelding 6" descr="Afbeelding met tekst&#10;&#10;Automatisch gegenereerde beschrijving">
            <a:extLst>
              <a:ext uri="{FF2B5EF4-FFF2-40B4-BE49-F238E27FC236}">
                <a16:creationId xmlns:a16="http://schemas.microsoft.com/office/drawing/2014/main" id="{78DACD48-47EC-4260-A4A6-481742365D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spTree>
    <p:extLst>
      <p:ext uri="{BB962C8B-B14F-4D97-AF65-F5344CB8AC3E}">
        <p14:creationId xmlns:p14="http://schemas.microsoft.com/office/powerpoint/2010/main" val="4250741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33E21B-CECD-4F99-87DD-6FA88C89299B}"/>
              </a:ext>
            </a:extLst>
          </p:cNvPr>
          <p:cNvSpPr>
            <a:spLocks noGrp="1"/>
          </p:cNvSpPr>
          <p:nvPr>
            <p:ph type="title"/>
          </p:nvPr>
        </p:nvSpPr>
        <p:spPr/>
        <p:txBody>
          <a:bodyPr/>
          <a:lstStyle/>
          <a:p>
            <a:r>
              <a:rPr lang="nl-NL" dirty="0"/>
              <a:t>Aansturings-module</a:t>
            </a:r>
            <a:endParaRPr lang="en-NL" dirty="0"/>
          </a:p>
        </p:txBody>
      </p:sp>
      <p:pic>
        <p:nvPicPr>
          <p:cNvPr id="4" name="Afbeelding 3" descr="Afbeelding met tekst&#10;&#10;Automatisch gegenereerde beschrijving">
            <a:extLst>
              <a:ext uri="{FF2B5EF4-FFF2-40B4-BE49-F238E27FC236}">
                <a16:creationId xmlns:a16="http://schemas.microsoft.com/office/drawing/2014/main" id="{9A147654-50A5-4036-AFED-124F885140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pic>
        <p:nvPicPr>
          <p:cNvPr id="5" name="Afbeelding 4">
            <a:extLst>
              <a:ext uri="{FF2B5EF4-FFF2-40B4-BE49-F238E27FC236}">
                <a16:creationId xmlns:a16="http://schemas.microsoft.com/office/drawing/2014/main" id="{2EDE8960-53EC-44C8-8966-6E65D1767C10}"/>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57039" y="2829077"/>
            <a:ext cx="3483687" cy="1720759"/>
          </a:xfrm>
          <a:prstGeom prst="rect">
            <a:avLst/>
          </a:prstGeom>
          <a:noFill/>
          <a:ln>
            <a:noFill/>
          </a:ln>
        </p:spPr>
      </p:pic>
      <p:sp>
        <p:nvSpPr>
          <p:cNvPr id="6" name="Pijl: links 5">
            <a:extLst>
              <a:ext uri="{FF2B5EF4-FFF2-40B4-BE49-F238E27FC236}">
                <a16:creationId xmlns:a16="http://schemas.microsoft.com/office/drawing/2014/main" id="{EEE6B397-EA51-40D1-B2FB-4AE683FA2BDA}"/>
              </a:ext>
            </a:extLst>
          </p:cNvPr>
          <p:cNvSpPr/>
          <p:nvPr/>
        </p:nvSpPr>
        <p:spPr>
          <a:xfrm rot="5400000">
            <a:off x="618006" y="4922922"/>
            <a:ext cx="717478" cy="277091"/>
          </a:xfrm>
          <a:prstGeom prst="lef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a:p>
        </p:txBody>
      </p:sp>
      <p:pic>
        <p:nvPicPr>
          <p:cNvPr id="8" name="Afbeelding 7" descr="Afbeelding met tekst&#10;&#10;Automatisch gegenereerde beschrijving">
            <a:extLst>
              <a:ext uri="{FF2B5EF4-FFF2-40B4-BE49-F238E27FC236}">
                <a16:creationId xmlns:a16="http://schemas.microsoft.com/office/drawing/2014/main" id="{4E13A02A-1107-4481-8168-38D7827FBA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9918" y="2063811"/>
            <a:ext cx="7248525" cy="2486025"/>
          </a:xfrm>
          <a:prstGeom prst="rect">
            <a:avLst/>
          </a:prstGeom>
        </p:spPr>
      </p:pic>
    </p:spTree>
    <p:extLst>
      <p:ext uri="{BB962C8B-B14F-4D97-AF65-F5344CB8AC3E}">
        <p14:creationId xmlns:p14="http://schemas.microsoft.com/office/powerpoint/2010/main" val="3558324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2675AC-8D1D-4021-B6AF-0AED64E1A978}"/>
              </a:ext>
            </a:extLst>
          </p:cNvPr>
          <p:cNvSpPr>
            <a:spLocks noGrp="1"/>
          </p:cNvSpPr>
          <p:nvPr>
            <p:ph type="title"/>
          </p:nvPr>
        </p:nvSpPr>
        <p:spPr/>
        <p:txBody>
          <a:bodyPr/>
          <a:lstStyle/>
          <a:p>
            <a:r>
              <a:rPr lang="nl-NL" dirty="0"/>
              <a:t>Ethernet-module</a:t>
            </a:r>
            <a:endParaRPr lang="en-NL" dirty="0"/>
          </a:p>
        </p:txBody>
      </p:sp>
      <p:pic>
        <p:nvPicPr>
          <p:cNvPr id="4" name="Afbeelding 3" descr="Afbeelding met tekst&#10;&#10;Automatisch gegenereerde beschrijving">
            <a:extLst>
              <a:ext uri="{FF2B5EF4-FFF2-40B4-BE49-F238E27FC236}">
                <a16:creationId xmlns:a16="http://schemas.microsoft.com/office/drawing/2014/main" id="{6EDDA158-2C08-4DA6-B8BF-0F4619155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0981" y="5420206"/>
            <a:ext cx="4313382" cy="1437794"/>
          </a:xfrm>
          <a:prstGeom prst="rect">
            <a:avLst/>
          </a:prstGeom>
        </p:spPr>
      </p:pic>
      <p:pic>
        <p:nvPicPr>
          <p:cNvPr id="5" name="Afbeelding 4">
            <a:extLst>
              <a:ext uri="{FF2B5EF4-FFF2-40B4-BE49-F238E27FC236}">
                <a16:creationId xmlns:a16="http://schemas.microsoft.com/office/drawing/2014/main" id="{0CFA7077-9A29-4C44-B665-7F1D1E70DAB2}"/>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57039" y="2829077"/>
            <a:ext cx="3483687" cy="1720759"/>
          </a:xfrm>
          <a:prstGeom prst="rect">
            <a:avLst/>
          </a:prstGeom>
          <a:noFill/>
          <a:ln>
            <a:noFill/>
          </a:ln>
        </p:spPr>
      </p:pic>
      <p:sp>
        <p:nvSpPr>
          <p:cNvPr id="6" name="Pijl: links 5">
            <a:extLst>
              <a:ext uri="{FF2B5EF4-FFF2-40B4-BE49-F238E27FC236}">
                <a16:creationId xmlns:a16="http://schemas.microsoft.com/office/drawing/2014/main" id="{96088738-8A32-4B30-840B-3962ED1C95AB}"/>
              </a:ext>
            </a:extLst>
          </p:cNvPr>
          <p:cNvSpPr/>
          <p:nvPr/>
        </p:nvSpPr>
        <p:spPr>
          <a:xfrm rot="5400000">
            <a:off x="2675406" y="4922922"/>
            <a:ext cx="717478" cy="277091"/>
          </a:xfrm>
          <a:prstGeom prst="lef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NL"/>
          </a:p>
        </p:txBody>
      </p:sp>
      <p:pic>
        <p:nvPicPr>
          <p:cNvPr id="8" name="Afbeelding 7" descr="Afbeelding met tekst&#10;&#10;Automatisch gegenereerde beschrijving">
            <a:extLst>
              <a:ext uri="{FF2B5EF4-FFF2-40B4-BE49-F238E27FC236}">
                <a16:creationId xmlns:a16="http://schemas.microsoft.com/office/drawing/2014/main" id="{ED6DF602-D299-4108-8A8E-353C7A5870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7871" y="2268094"/>
            <a:ext cx="6249989" cy="2281742"/>
          </a:xfrm>
          <a:prstGeom prst="rect">
            <a:avLst/>
          </a:prstGeom>
        </p:spPr>
      </p:pic>
    </p:spTree>
    <p:extLst>
      <p:ext uri="{BB962C8B-B14F-4D97-AF65-F5344CB8AC3E}">
        <p14:creationId xmlns:p14="http://schemas.microsoft.com/office/powerpoint/2010/main" val="179337266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354</Words>
  <Application>Microsoft Office PowerPoint</Application>
  <PresentationFormat>Breedbeeld</PresentationFormat>
  <Paragraphs>21</Paragraphs>
  <Slides>6</Slides>
  <Notes>5</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6</vt:i4>
      </vt:variant>
    </vt:vector>
  </HeadingPairs>
  <TitlesOfParts>
    <vt:vector size="10" baseType="lpstr">
      <vt:lpstr>Arial</vt:lpstr>
      <vt:lpstr>Calibri</vt:lpstr>
      <vt:lpstr>Calibri Light</vt:lpstr>
      <vt:lpstr>Kantoorthema</vt:lpstr>
      <vt:lpstr>Functionele decompositie Aquabot</vt:lpstr>
      <vt:lpstr>Globale opbouw van het systeem</vt:lpstr>
      <vt:lpstr>Hardware componenten</vt:lpstr>
      <vt:lpstr>Slimme-module</vt:lpstr>
      <vt:lpstr>Aansturings-module</vt:lpstr>
      <vt:lpstr>Ethernet-module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Functionele decompositie Aquabot</dc:title>
  <dc:creator>Steven Slaa (0965538)</dc:creator>
  <cp:lastModifiedBy>Steven Slaa (0965538)</cp:lastModifiedBy>
  <cp:revision>7</cp:revision>
  <dcterms:created xsi:type="dcterms:W3CDTF">2022-02-23T12:40:19Z</dcterms:created>
  <dcterms:modified xsi:type="dcterms:W3CDTF">2022-02-23T13:04:43Z</dcterms:modified>
</cp:coreProperties>
</file>